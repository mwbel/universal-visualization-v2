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64" r:id="rId6"/>
    <p:sldId id="265" r:id="rId7"/>
    <p:sldId id="260" r:id="rId8"/>
    <p:sldId id="266" r:id="rId9"/>
    <p:sldId id="262" r:id="rId10"/>
    <p:sldId id="269" r:id="rId11"/>
    <p:sldId id="263" r:id="rId12"/>
    <p:sldId id="27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81" d="100"/>
          <a:sy n="81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1:07:34.4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24575,'1026'0'0,"-990"2"0,59 10 0,-59-6 0,56 3 0,-47-8 0,75 12 0,-37-4 0,-1-4 0,105-6 0,-57-2 0,3270 3-1365,-3373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1:07:34.7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1:07:34.8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1:03:05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5056 509 24528,'-2'20'0,"-4"0"0,-3 0 0,-5 0 0,-3-1 0,-5 1 0,-3-1 0,-4 0 0,-3 0 0,-4 0 0,-4-1 0,-3 0 0,-4 0 0,-3-1 0,-4 0 0,-3-1 0,-3 0 0,-2-1 0,-4 0 0,-3 0 0,-3-1 0,-2-1 0,-3 0 0,-2-1 0,-2-1 0,-3 0 0,-2-1 0,-1-1 0,-2 0 0,-2-1 0,-2-1 0,-1 0 0,-1-1 0,-1-1 0,-1-1 0,0 0 0,-2-2 0,1 0 0,-2-1 0,1 0 0,0-2 0,0 0 0,0-1 0,1 0 0,0-2 0,1 0 0,1-1 0,1-1 0,1-1 0,2 0 0,1-1 0,2-1 0,1 0 0,2-1 0,3-1 0,1 0 0,3-1 0,2-1 0,3 0 0,3-1 0,2-1 0,3 0 0,3 0 0,3-1 0,3 0 0,4-1 0,3 0 0,3-1 0,3 0 0,5 0 0,2-1 0,5 0 0,3 0 0,4 0 0,4-1 0,3 1 0,5-1 0,3 0 0,4 0 0,4 0 0,4 0 0,4 0 0,4 0 0,3 0 0,5 1 0,3-1 0,4 1 0,4 0 0,3 0 0,5 0 0,2 1 0,5 0 0,3 0 0,3 1 0,3 0 0,4 1 0,3 0 0,3 1 0,3 0 0,3 0 0,2 1 0,3 1 0,3 0 0,2 1 0,3 1 0,1 0 0,3 1 0,2 1 0,1 0 0,2 1 0,1 1 0,2 0 0,1 1 0,1 1 0,1 1 0,1 0 0,0 2 0,1 0 0,0 1 0,0 0 0,0 2 0,1 0 0,-2 1 0,1 0 0,-2 2 0,0 0 0,-1 1 0,-1 1 0,-1 1 0,-1 0 0,-2 1 0,-2 1 0,-2 0 0,-1 1 0,-2 1 0,-3 0 0,-2 1 0,-2 1 0,-3 0 0,-2 1 0,-3 1 0,-3 0 0,-4 0 0,-2 1 0,-3 0 0,-3 1 0,-4 0 0,-3 1 0,-4 0 0,-3 0 0,-4 1 0,-4 0 0,-3 0 0,-4 0 0,-3 1 0,-5-1 0,-3 1 0,-5 0 0,-3 0 0,-4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06D8F-116B-3B52-D866-13ECB98F8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C9C18C-429C-5BE7-1C72-6B29C95A0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D39DE3-664D-DB79-F6C4-707D83E75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397A2-AE51-94AA-8243-E2B2533DE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EB6C9-4B9E-0466-43D8-28838AD2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305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62318-60E9-5614-67EB-E5383F61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544DDD-9F1B-EEC7-E911-493F23A8E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75F78E-5862-4C43-13AC-05B5A8C6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892733-6796-1EDB-4239-5D65C856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532F25-234D-FFFF-0311-005ACC38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61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617E0-3E2C-5F0B-9D44-D3057A1B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4259FC-8B4B-49BA-BC00-E8A05D7A2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C3B4CA-D71D-5D0C-B51C-D7F97C00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4D8989-5A61-3366-E0F1-23A4233D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5DB8FD-13A5-0A5E-F1E9-93D14439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336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98F52-665D-8AB8-41DA-306364DB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E2C13A-A1D4-E72B-47BF-036772AFA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DBBF6B-377B-F015-B46C-14CEB5BAB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A91E5C-4FE2-B39F-BBC4-06F4826FE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A78F57-3023-3C75-A401-259CD4A1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CF2212-CF3E-871A-33C0-69A9B06C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943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A0DBC-52AA-75DD-F0E0-DCE4A2A2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63BF13-D6A9-E701-E929-AC4DDFC16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223434-1CE7-126E-2D27-74BA6CDD9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E0D0A5-A6D3-E375-FE0A-8683C6B79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4F42F4-67A1-CE8A-226C-2E20186F8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BA9634-A10E-C557-53B0-3F035E120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32E169-BD4E-D945-2CCF-2612EA15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670D4B-5BB2-2BEC-65AB-B2DC6C8C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99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9DD65-6DB5-4FF2-693A-4C853344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9C1503-4B82-32D8-0753-0A690C6A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F79EB4-2CB7-DD87-2FB6-6C5D22F6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E780B4-4C98-602C-B26F-02525C13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19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9E23F1-4EBD-A446-BF9E-86A8B75D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11CEAA-8C18-DF12-660D-5707EF36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7C7429-CB8A-4E1C-782D-E2D49043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31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5498F-4DB9-F92D-36D4-7E9BC7E1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8048E2-8CF8-F150-E17D-50604FB4D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D2CFB0-0DD4-9D62-3516-67FC7331A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78EF81-E549-E5EB-4819-8000B7CCC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A6E093-15B2-9C72-0E43-44179B20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E10C22-14B3-C486-9963-73B936B0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83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3F890-1E76-CFE3-F0B8-643AD137D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399431-68C9-FE79-189B-A9D5BF0CEE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C8B390-312D-050F-6067-3B91F18D9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E61CEF-44BC-6E63-ECDC-9DC9FADB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845212-1CA8-0C73-7CC9-DD55F438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773C0B-9F5D-1189-9E40-CA997239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34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4D1A9-05DE-CE6C-EE26-6F755DCD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9C7805-1C65-5A3E-D0CB-CCB351EB0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FF2942-9D0B-81F2-D3A5-D9301D5B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7D6E11-6B58-9384-BDD9-C0BAFEB3A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80FB47-D409-97C6-7200-F8E69287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36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82CA07-BAB9-37BA-E93F-1158D4F38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BD6E79-1421-25C5-8CBC-21FA660DA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966733-03F5-4F8E-9BF7-4AB4F564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0D163-C229-FDDD-BED9-CE1948DF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C145A-5D3C-7E82-9A1B-E584E0765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23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71FEB7-9EE5-5301-A879-98FE18371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D65F54-407D-A10A-1D84-E6542C391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968D2-91CE-D135-653A-9B2186EFE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1BCF6-06A2-4E31-8203-B733A9AFFB3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AE2291-393A-07DF-6A9C-06014D679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30435-4409-DF97-BE4D-06D37683C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E6E4A-4FD1-469E-B919-802E7AB6B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39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B77947C4-43BA-D03F-EE83-A653457AD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6115" y="3903696"/>
            <a:ext cx="4330045" cy="837987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赵世忠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CF822227-E6FD-7901-94E1-F08FFEE83A2D}"/>
              </a:ext>
            </a:extLst>
          </p:cNvPr>
          <p:cNvSpPr txBox="1">
            <a:spLocks/>
          </p:cNvSpPr>
          <p:nvPr/>
        </p:nvSpPr>
        <p:spPr>
          <a:xfrm>
            <a:off x="2496530" y="1765389"/>
            <a:ext cx="9144000" cy="770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800" dirty="0"/>
              <a:t>可信稳定自动化的底层数学库</a:t>
            </a: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5970ED00-B8DF-EB6D-19C3-6E0671F834B0}"/>
              </a:ext>
            </a:extLst>
          </p:cNvPr>
          <p:cNvSpPr txBox="1">
            <a:spLocks/>
          </p:cNvSpPr>
          <p:nvPr/>
        </p:nvSpPr>
        <p:spPr>
          <a:xfrm>
            <a:off x="2516958" y="2643668"/>
            <a:ext cx="7381185" cy="770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000" dirty="0">
                <a:solidFill>
                  <a:schemeClr val="bg2">
                    <a:lumMod val="50000"/>
                  </a:schemeClr>
                </a:solidFill>
              </a:rPr>
              <a:t>任意精度的初等函数计算   </a:t>
            </a:r>
          </a:p>
        </p:txBody>
      </p:sp>
    </p:spTree>
    <p:extLst>
      <p:ext uri="{BB962C8B-B14F-4D97-AF65-F5344CB8AC3E}">
        <p14:creationId xmlns:p14="http://schemas.microsoft.com/office/powerpoint/2010/main" val="1720752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AED54-0977-32D8-920D-4AE5DAB1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30D4F-93CC-AFDF-3AF1-7D7F760580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277D6E-3A96-4DF1-76FB-FF8CB5B191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CD0EBC-5AE4-5A4C-AAC0-91BABE601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36" y="179113"/>
            <a:ext cx="10956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53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0F552-4461-1551-EFCF-0311E09A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DC4A2-BC82-E60B-1DBC-3716F94673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FFBD8E-759A-0338-CFF5-2A1695293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4977DD-0B2B-0F68-A982-979593406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36" y="179113"/>
            <a:ext cx="10956727" cy="68580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168E2A93-975F-70FE-23C2-A4D3805093AA}"/>
              </a:ext>
            </a:extLst>
          </p:cNvPr>
          <p:cNvGrpSpPr/>
          <p:nvPr/>
        </p:nvGrpSpPr>
        <p:grpSpPr>
          <a:xfrm>
            <a:off x="2950371" y="1592692"/>
            <a:ext cx="1942200" cy="20880"/>
            <a:chOff x="2950371" y="1592692"/>
            <a:chExt cx="1942200" cy="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8389BFC9-0F7C-7580-4FF4-ABF51A8E7F79}"/>
                    </a:ext>
                  </a:extLst>
                </p14:cNvPr>
                <p14:cNvContentPartPr/>
                <p14:nvPr/>
              </p14:nvContentPartPr>
              <p14:xfrm>
                <a:off x="2950371" y="1592692"/>
                <a:ext cx="1929600" cy="2088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8389BFC9-0F7C-7580-4FF4-ABF51A8E7F7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41731" y="1583692"/>
                  <a:ext cx="1947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A90E3CC4-9C1F-ABC2-D128-725C9CA80A6A}"/>
                    </a:ext>
                  </a:extLst>
                </p14:cNvPr>
                <p14:cNvContentPartPr/>
                <p14:nvPr/>
              </p14:nvContentPartPr>
              <p14:xfrm>
                <a:off x="4892211" y="1611772"/>
                <a:ext cx="36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A90E3CC4-9C1F-ABC2-D128-725C9CA80A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83211" y="16027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48D08B7F-38A8-447A-9F72-CFACA2D89EA2}"/>
                    </a:ext>
                  </a:extLst>
                </p14:cNvPr>
                <p14:cNvContentPartPr/>
                <p14:nvPr/>
              </p14:nvContentPartPr>
              <p14:xfrm>
                <a:off x="4892211" y="1611772"/>
                <a:ext cx="360" cy="36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48D08B7F-38A8-447A-9F72-CFACA2D89EA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83211" y="16027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1497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06CFD-7C52-3F3C-CA59-C49B3D2A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39D562F-4DF4-2F81-E670-73F710BE9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663" y="0"/>
            <a:ext cx="392173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3A4C76-4A3F-6843-3E1E-74F35DBBB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091" y="0"/>
            <a:ext cx="3921730" cy="6858000"/>
          </a:xfrm>
          <a:prstGeom prst="rect">
            <a:avLst/>
          </a:prstGeom>
        </p:spPr>
      </p:pic>
      <p:sp>
        <p:nvSpPr>
          <p:cNvPr id="12" name="副标题 11">
            <a:extLst>
              <a:ext uri="{FF2B5EF4-FFF2-40B4-BE49-F238E27FC236}">
                <a16:creationId xmlns:a16="http://schemas.microsoft.com/office/drawing/2014/main" id="{12B1A4A3-BC6E-B6E0-33C1-02E621C49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68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737F5-69DE-B836-C057-65E3B6BC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1D6FF0A-F71E-10EA-C750-1C453C0F0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663" y="0"/>
            <a:ext cx="392173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1F9B12E-87ED-987D-6419-DC7DE92BF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091" y="0"/>
            <a:ext cx="3921730" cy="6858000"/>
          </a:xfrm>
          <a:prstGeom prst="rect">
            <a:avLst/>
          </a:prstGeom>
        </p:spPr>
      </p:pic>
      <p:sp>
        <p:nvSpPr>
          <p:cNvPr id="10" name="副标题 2">
            <a:extLst>
              <a:ext uri="{FF2B5EF4-FFF2-40B4-BE49-F238E27FC236}">
                <a16:creationId xmlns:a16="http://schemas.microsoft.com/office/drawing/2014/main" id="{673B6B5F-19B0-FF5D-972D-95307B35C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33" y="2517955"/>
            <a:ext cx="1897930" cy="602317"/>
          </a:xfrm>
        </p:spPr>
        <p:txBody>
          <a:bodyPr>
            <a:normAutofit/>
          </a:bodyPr>
          <a:lstStyle/>
          <a:p>
            <a:r>
              <a:rPr lang="zh-CN" altLang="en-US" sz="2520" dirty="0">
                <a:solidFill>
                  <a:srgbClr val="FF0000"/>
                </a:solidFill>
              </a:rPr>
              <a:t>递减函数！</a:t>
            </a:r>
          </a:p>
        </p:txBody>
      </p:sp>
    </p:spTree>
    <p:extLst>
      <p:ext uri="{BB962C8B-B14F-4D97-AF65-F5344CB8AC3E}">
        <p14:creationId xmlns:p14="http://schemas.microsoft.com/office/powerpoint/2010/main" val="283043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2499-3545-875C-C5E7-345506358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10B6C-C9DC-B3B6-6A4D-93169DCDF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9944B8-08A5-8C8F-4FDE-35E05298B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20A7BC-6B87-CD1D-BCFE-8463BC355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36" y="0"/>
            <a:ext cx="10956727" cy="6858000"/>
          </a:xfrm>
          <a:prstGeom prst="rect">
            <a:avLst/>
          </a:prstGeom>
        </p:spPr>
      </p:pic>
      <p:sp>
        <p:nvSpPr>
          <p:cNvPr id="4" name="乘号 3">
            <a:extLst>
              <a:ext uri="{FF2B5EF4-FFF2-40B4-BE49-F238E27FC236}">
                <a16:creationId xmlns:a16="http://schemas.microsoft.com/office/drawing/2014/main" id="{377FFB2C-F513-E263-EA90-1D08F059F1A6}"/>
              </a:ext>
            </a:extLst>
          </p:cNvPr>
          <p:cNvSpPr/>
          <p:nvPr/>
        </p:nvSpPr>
        <p:spPr>
          <a:xfrm>
            <a:off x="6589337" y="3804445"/>
            <a:ext cx="2865748" cy="165576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13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B13A-5340-BE02-0307-D7270DAE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A9184-FAFE-92A9-5168-9C9162772E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E92355-5D94-D89F-C943-06213B5A5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DF7210-0B8F-2235-B0F0-FE6F6CF60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52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CAB53-BC7A-555D-1F08-25D9123A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083202-118E-11A0-2EB9-04BA047C27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03F61A-C844-80A8-4BE8-95E587564A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73A49C-9F9E-2E7A-5FB7-1C19FD63D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B8646AC-250D-F8DD-E39D-60A57C1495D8}"/>
                  </a:ext>
                </a:extLst>
              </p14:cNvPr>
              <p14:cNvContentPartPr/>
              <p14:nvPr/>
            </p14:nvContentPartPr>
            <p14:xfrm>
              <a:off x="2299944" y="887185"/>
              <a:ext cx="1820520" cy="3668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B8646AC-250D-F8DD-E39D-60A57C1495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0944" y="878185"/>
                <a:ext cx="1838160" cy="38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248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A2E76-1C55-4499-ECCD-BC55AC2AE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F8D43-D5F6-8988-2186-7C7BE6C5D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466" y="527899"/>
            <a:ext cx="5857186" cy="889835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通病：用户设置参数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EECDDE-9DE8-3876-474D-B6E2A572F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557" y="1847649"/>
            <a:ext cx="9329394" cy="4421171"/>
          </a:xfrm>
        </p:spPr>
        <p:txBody>
          <a:bodyPr>
            <a:normAutofit fontScale="55000" lnSpcReduction="20000"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Maple </a:t>
            </a:r>
            <a:r>
              <a:rPr lang="zh-CN" altLang="en-US" sz="5100" dirty="0"/>
              <a:t>：</a:t>
            </a:r>
            <a:r>
              <a:rPr lang="en-US" altLang="zh-CN" sz="5100" dirty="0"/>
              <a:t>Digits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 err="1"/>
              <a:t>Matlab</a:t>
            </a:r>
            <a:r>
              <a:rPr lang="zh-CN" altLang="en-US" sz="5100" dirty="0"/>
              <a:t>：</a:t>
            </a:r>
            <a:r>
              <a:rPr lang="en-US" altLang="zh-CN" sz="5100" dirty="0"/>
              <a:t>digits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Mathematica</a:t>
            </a:r>
            <a:r>
              <a:rPr lang="zh-CN" altLang="en-US" sz="5100" dirty="0"/>
              <a:t>：</a:t>
            </a:r>
            <a:r>
              <a:rPr lang="en-US" altLang="zh-CN" sz="5100" dirty="0"/>
              <a:t>$</a:t>
            </a:r>
            <a:r>
              <a:rPr lang="en-US" altLang="zh-CN" sz="5100" dirty="0" err="1"/>
              <a:t>MaxExtraPrecision</a:t>
            </a:r>
            <a:endParaRPr lang="en-US" altLang="zh-CN" sz="51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Pari</a:t>
            </a:r>
            <a:r>
              <a:rPr lang="zh-CN" altLang="en-US" sz="5100" dirty="0"/>
              <a:t>：</a:t>
            </a:r>
            <a:r>
              <a:rPr lang="en-US" altLang="zh-CN" sz="5100" dirty="0"/>
              <a:t>\p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 err="1"/>
              <a:t>Gmp</a:t>
            </a:r>
            <a:r>
              <a:rPr lang="zh-CN" altLang="en-US" sz="5100" dirty="0"/>
              <a:t>：</a:t>
            </a:r>
            <a:r>
              <a:rPr lang="en-US" altLang="zh-CN" sz="5100" dirty="0" err="1"/>
              <a:t>mpf_set_default_prec</a:t>
            </a:r>
            <a:endParaRPr lang="en-US" altLang="zh-CN" sz="51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MPFR</a:t>
            </a:r>
            <a:r>
              <a:rPr lang="zh-CN" altLang="en-US" sz="5100" dirty="0"/>
              <a:t>：</a:t>
            </a:r>
            <a:r>
              <a:rPr lang="en-US" altLang="zh-CN" sz="5100" dirty="0" err="1"/>
              <a:t>mpfr_set_default_prec</a:t>
            </a:r>
            <a:endParaRPr lang="en-US" altLang="zh-CN" sz="51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 err="1"/>
              <a:t>Python.Decimal</a:t>
            </a:r>
            <a:r>
              <a:rPr lang="zh-CN" altLang="en-US" sz="5100" dirty="0"/>
              <a:t>：</a:t>
            </a:r>
            <a:r>
              <a:rPr lang="en-US" altLang="zh-CN" sz="5100" dirty="0" err="1"/>
              <a:t>getcontext</a:t>
            </a:r>
            <a:r>
              <a:rPr lang="en-US" altLang="zh-CN" sz="5100" dirty="0"/>
              <a:t>().</a:t>
            </a:r>
            <a:r>
              <a:rPr lang="en-US" altLang="zh-CN" sz="5100" dirty="0" err="1"/>
              <a:t>prec</a:t>
            </a:r>
            <a:endParaRPr lang="en-US" altLang="zh-CN" sz="51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1239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8129-159A-1821-CF94-932CE474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08715-4C28-A06D-27AC-865F76A7B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466" y="527899"/>
            <a:ext cx="5857186" cy="889835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通病：用户设置参数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523DFF-4FFE-F672-E52D-72E3CC376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557" y="1847649"/>
            <a:ext cx="9329394" cy="4421171"/>
          </a:xfrm>
        </p:spPr>
        <p:txBody>
          <a:bodyPr>
            <a:normAutofit fontScale="55000" lnSpcReduction="20000"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Maple </a:t>
            </a:r>
            <a:r>
              <a:rPr lang="zh-CN" altLang="en-US" sz="5100" dirty="0"/>
              <a:t>：</a:t>
            </a:r>
            <a:r>
              <a:rPr lang="en-US" altLang="zh-CN" sz="5100" dirty="0"/>
              <a:t>Digits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 err="1"/>
              <a:t>Matlab</a:t>
            </a:r>
            <a:r>
              <a:rPr lang="zh-CN" altLang="en-US" sz="5100" dirty="0"/>
              <a:t>：</a:t>
            </a:r>
            <a:r>
              <a:rPr lang="en-US" altLang="zh-CN" sz="5100" dirty="0"/>
              <a:t>digits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Mathematica</a:t>
            </a:r>
            <a:r>
              <a:rPr lang="zh-CN" altLang="en-US" sz="5100" dirty="0"/>
              <a:t>：</a:t>
            </a:r>
            <a:r>
              <a:rPr lang="en-US" altLang="zh-CN" sz="5100" dirty="0"/>
              <a:t>$</a:t>
            </a:r>
            <a:r>
              <a:rPr lang="en-US" altLang="zh-CN" sz="5100" dirty="0" err="1"/>
              <a:t>MaxExtraPrecision</a:t>
            </a:r>
            <a:endParaRPr lang="en-US" altLang="zh-CN" sz="51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Pari</a:t>
            </a:r>
            <a:r>
              <a:rPr lang="zh-CN" altLang="en-US" sz="5100" dirty="0"/>
              <a:t>：</a:t>
            </a:r>
            <a:r>
              <a:rPr lang="en-US" altLang="zh-CN" sz="5100" dirty="0"/>
              <a:t>\p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 err="1"/>
              <a:t>Gmp</a:t>
            </a:r>
            <a:r>
              <a:rPr lang="zh-CN" altLang="en-US" sz="5100" dirty="0"/>
              <a:t>：</a:t>
            </a:r>
            <a:r>
              <a:rPr lang="en-US" altLang="zh-CN" sz="5100" dirty="0" err="1"/>
              <a:t>mpf_set_default_prec</a:t>
            </a:r>
            <a:endParaRPr lang="en-US" altLang="zh-CN" sz="51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MPFR</a:t>
            </a:r>
            <a:r>
              <a:rPr lang="zh-CN" altLang="en-US" sz="5100" dirty="0"/>
              <a:t>：</a:t>
            </a:r>
            <a:r>
              <a:rPr lang="en-US" altLang="zh-CN" sz="5100" dirty="0" err="1"/>
              <a:t>mpfr_set_default_prec</a:t>
            </a:r>
            <a:endParaRPr lang="en-US" altLang="zh-CN" sz="51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 err="1"/>
              <a:t>Python.Decimal</a:t>
            </a:r>
            <a:r>
              <a:rPr lang="zh-CN" altLang="en-US" sz="5100" dirty="0"/>
              <a:t>：</a:t>
            </a:r>
            <a:r>
              <a:rPr lang="en-US" altLang="zh-CN" sz="5100" dirty="0" err="1"/>
              <a:t>getcontext</a:t>
            </a:r>
            <a:r>
              <a:rPr lang="en-US" altLang="zh-CN" sz="5100" dirty="0"/>
              <a:t>().</a:t>
            </a:r>
            <a:r>
              <a:rPr lang="en-US" altLang="zh-CN" sz="5100" dirty="0" err="1"/>
              <a:t>prec</a:t>
            </a:r>
            <a:endParaRPr lang="en-US" altLang="zh-CN" sz="5100" dirty="0"/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5100" dirty="0"/>
              <a:t>……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AAB7B2C-7C04-5647-97DD-D2EBE60DDC27}"/>
              </a:ext>
            </a:extLst>
          </p:cNvPr>
          <p:cNvSpPr txBox="1">
            <a:spLocks/>
          </p:cNvSpPr>
          <p:nvPr/>
        </p:nvSpPr>
        <p:spPr>
          <a:xfrm>
            <a:off x="6259398" y="710718"/>
            <a:ext cx="5553958" cy="88983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>
                <a:solidFill>
                  <a:srgbClr val="FF0000"/>
                </a:solidFill>
              </a:rPr>
              <a:t>不同的参数，不一致的结果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D50A8C-91D6-0E97-7C44-24A45DEA66BA}"/>
              </a:ext>
            </a:extLst>
          </p:cNvPr>
          <p:cNvSpPr txBox="1">
            <a:spLocks/>
          </p:cNvSpPr>
          <p:nvPr/>
        </p:nvSpPr>
        <p:spPr>
          <a:xfrm>
            <a:off x="6317528" y="1560699"/>
            <a:ext cx="5202027" cy="8898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dirty="0">
                <a:solidFill>
                  <a:srgbClr val="FF0000"/>
                </a:solidFill>
              </a:rPr>
              <a:t>用户不知如何设置！</a:t>
            </a:r>
          </a:p>
        </p:txBody>
      </p:sp>
    </p:spTree>
    <p:extLst>
      <p:ext uri="{BB962C8B-B14F-4D97-AF65-F5344CB8AC3E}">
        <p14:creationId xmlns:p14="http://schemas.microsoft.com/office/powerpoint/2010/main" val="418892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C2985-D1F4-533D-1A81-42CEB3AF0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2B76B-8B1F-8ECB-9461-4512B1660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9416" y="650453"/>
            <a:ext cx="6988403" cy="1021287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 err="1">
                <a:latin typeface="仿宋" panose="02010609060101010101" pitchFamily="49" charset="-122"/>
                <a:ea typeface="仿宋" panose="02010609060101010101" pitchFamily="49" charset="-122"/>
              </a:rPr>
              <a:t>ISRealsoft</a:t>
            </a:r>
            <a:r>
              <a:rPr lang="zh-CN" altLang="en-US" sz="4400" dirty="0">
                <a:latin typeface="仿宋" panose="02010609060101010101" pitchFamily="49" charset="-122"/>
                <a:ea typeface="仿宋" panose="02010609060101010101" pitchFamily="49" charset="-122"/>
              </a:rPr>
              <a:t>：没有参数设置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FE2C94-5CDE-7A38-854E-F74105D10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0562" y="2903455"/>
            <a:ext cx="8336437" cy="2969443"/>
          </a:xfrm>
        </p:spPr>
        <p:txBody>
          <a:bodyPr>
            <a:normAutofit/>
          </a:bodyPr>
          <a:lstStyle/>
          <a:p>
            <a:pPr algn="l"/>
            <a:r>
              <a:rPr lang="zh-CN" altLang="en-US" sz="5400" dirty="0">
                <a:latin typeface="仿宋" panose="02010609060101010101" pitchFamily="49" charset="-122"/>
                <a:ea typeface="仿宋" panose="02010609060101010101" pitchFamily="49" charset="-122"/>
              </a:rPr>
              <a:t>目前大多数： 手动驾驶</a:t>
            </a:r>
            <a:endParaRPr lang="en-US" altLang="zh-CN" sz="5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5400" dirty="0" err="1">
                <a:latin typeface="仿宋" panose="02010609060101010101" pitchFamily="49" charset="-122"/>
                <a:ea typeface="仿宋" panose="02010609060101010101" pitchFamily="49" charset="-122"/>
              </a:rPr>
              <a:t>ISRealsoft</a:t>
            </a:r>
            <a:r>
              <a:rPr lang="zh-CN" altLang="en-US" sz="5400" dirty="0">
                <a:latin typeface="仿宋" panose="02010609060101010101" pitchFamily="49" charset="-122"/>
                <a:ea typeface="仿宋" panose="02010609060101010101" pitchFamily="49" charset="-122"/>
              </a:rPr>
              <a:t>： 自动驾驶</a:t>
            </a:r>
            <a:endParaRPr lang="en-US" altLang="zh-CN" sz="5400" dirty="0"/>
          </a:p>
          <a:p>
            <a:pPr algn="l"/>
            <a:endParaRPr lang="en-US" altLang="zh-CN" dirty="0"/>
          </a:p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1767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562E6-2F30-124C-C8C6-C614E0C1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BD204AD6-997A-8CE6-BF25-BEE6F3E0B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6312" y="2554665"/>
            <a:ext cx="3151694" cy="1216058"/>
          </a:xfrm>
        </p:spPr>
        <p:txBody>
          <a:bodyPr>
            <a:normAutofit/>
          </a:bodyPr>
          <a:lstStyle/>
          <a:p>
            <a:r>
              <a:rPr lang="zh-CN" altLang="en-US" sz="6000" dirty="0">
                <a:latin typeface="仿宋" panose="02010609060101010101" pitchFamily="49" charset="-122"/>
                <a:ea typeface="仿宋" panose="02010609060101010101" pitchFamily="49" charset="-122"/>
              </a:rPr>
              <a:t>谢 谢！</a:t>
            </a:r>
            <a:endParaRPr lang="en-US" altLang="zh-CN" sz="6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9358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138</Words>
  <Application>Microsoft Office PowerPoint</Application>
  <PresentationFormat>宽屏</PresentationFormat>
  <Paragraphs>28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仿宋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通病：用户设置参数</vt:lpstr>
      <vt:lpstr>通病：用户设置参数</vt:lpstr>
      <vt:lpstr>ISRealsoft：没有参数设置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世忠 赵</dc:creator>
  <cp:lastModifiedBy>世忠 赵</cp:lastModifiedBy>
  <cp:revision>20</cp:revision>
  <dcterms:created xsi:type="dcterms:W3CDTF">2025-12-17T00:11:36Z</dcterms:created>
  <dcterms:modified xsi:type="dcterms:W3CDTF">2025-12-17T01:54:37Z</dcterms:modified>
</cp:coreProperties>
</file>